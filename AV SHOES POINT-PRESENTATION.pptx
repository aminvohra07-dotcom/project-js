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7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1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1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88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1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4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6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9836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56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18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19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42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2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589EB-200D-4877-B6A2-73739B4FE65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F1EB3-CE9A-4D1E-838D-50E4B5636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09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B4CF-D385-B15F-893D-C89303081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09" y="-608114"/>
            <a:ext cx="7325032" cy="1655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INFO ABOUT AV SHOES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DA4CE-C5EC-B654-D97B-654C96ACE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39" y="2113935"/>
            <a:ext cx="11602064" cy="4247536"/>
          </a:xfrm>
        </p:spPr>
        <p:txBody>
          <a:bodyPr>
            <a:normAutofit/>
          </a:bodyPr>
          <a:lstStyle/>
          <a:p>
            <a:r>
              <a:rPr lang="en-US" b="1" dirty="0"/>
              <a:t>AV Shoes Point</a:t>
            </a:r>
          </a:p>
          <a:p>
            <a:r>
              <a:rPr lang="en-US" dirty="0"/>
              <a:t>A modern and user-friendly online shoe store.</a:t>
            </a:r>
          </a:p>
          <a:p>
            <a:r>
              <a:rPr lang="en-US" dirty="0"/>
              <a:t>Designed to offer stylish, comfortable, and affordable footwear.</a:t>
            </a:r>
          </a:p>
          <a:p>
            <a:r>
              <a:rPr lang="en-US" dirty="0"/>
              <a:t>Includes separate collections for:</a:t>
            </a:r>
            <a:br>
              <a:rPr lang="en-US" dirty="0"/>
            </a:br>
            <a:r>
              <a:rPr lang="en-US" dirty="0"/>
              <a:t>✔ Men</a:t>
            </a:r>
            <a:br>
              <a:rPr lang="en-US" dirty="0"/>
            </a:br>
            <a:r>
              <a:rPr lang="en-US" dirty="0"/>
              <a:t>✔ Women</a:t>
            </a:r>
            <a:br>
              <a:rPr lang="en-US" dirty="0"/>
            </a:br>
            <a:r>
              <a:rPr lang="en-US" dirty="0"/>
              <a:t>✔ Kids</a:t>
            </a:r>
          </a:p>
          <a:p>
            <a:r>
              <a:rPr lang="en-US" dirty="0"/>
              <a:t>Features a clean UI with a hero banner, product listings, and add-to-cart functionality.</a:t>
            </a:r>
          </a:p>
          <a:p>
            <a:r>
              <a:rPr lang="en-US" dirty="0"/>
              <a:t>Goal: Provide a smooth online shopping experience for all age groups.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17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C557-DD25-2A74-C17B-1FCF2826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" y="-323133"/>
            <a:ext cx="10291916" cy="14931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HOW THIS WEBSITE WAS CREATED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09708-5BCC-E33F-C37C-22F240874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4" y="1484210"/>
            <a:ext cx="11147323" cy="520403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Technologies Used</a:t>
            </a:r>
          </a:p>
          <a:p>
            <a:r>
              <a:rPr lang="en-US" b="1" dirty="0"/>
              <a:t>HTML5</a:t>
            </a:r>
            <a:r>
              <a:rPr lang="en-US" dirty="0"/>
              <a:t> → For structure of the website</a:t>
            </a:r>
          </a:p>
          <a:p>
            <a:r>
              <a:rPr lang="en-US" b="1" dirty="0"/>
              <a:t>CSS3</a:t>
            </a:r>
            <a:r>
              <a:rPr lang="en-US" dirty="0"/>
              <a:t> → For styling, layout, responsiveness</a:t>
            </a:r>
          </a:p>
          <a:p>
            <a:r>
              <a:rPr lang="en-US" b="1" dirty="0"/>
              <a:t>JavaScript</a:t>
            </a:r>
            <a:r>
              <a:rPr lang="en-US" dirty="0"/>
              <a:t> → For Add to Cart, Cart Modal popup, total calculation</a:t>
            </a:r>
          </a:p>
          <a:p>
            <a:r>
              <a:rPr lang="en-US" b="1" dirty="0"/>
              <a:t>Key Features Developed</a:t>
            </a:r>
          </a:p>
          <a:p>
            <a:r>
              <a:rPr lang="en-US" dirty="0"/>
              <a:t>Responsive header with navigation menu</a:t>
            </a:r>
          </a:p>
          <a:p>
            <a:r>
              <a:rPr lang="en-US" dirty="0"/>
              <a:t>Hero section with call-to-action</a:t>
            </a:r>
          </a:p>
          <a:p>
            <a:r>
              <a:rPr lang="en-US" dirty="0"/>
              <a:t>Product grid using CSS Grid</a:t>
            </a:r>
          </a:p>
          <a:p>
            <a:r>
              <a:rPr lang="en-US" dirty="0"/>
              <a:t>Interactive Cart system using JavaScript</a:t>
            </a:r>
          </a:p>
          <a:p>
            <a:r>
              <a:rPr lang="en-US" dirty="0"/>
              <a:t>Modal pop-up for viewing cart items</a:t>
            </a:r>
          </a:p>
          <a:p>
            <a:r>
              <a:rPr lang="en-US" dirty="0"/>
              <a:t>Smooth scroll functionality</a:t>
            </a:r>
          </a:p>
          <a:p>
            <a:r>
              <a:rPr lang="en-US" b="1" dirty="0"/>
              <a:t>Development Process</a:t>
            </a:r>
          </a:p>
          <a:p>
            <a:r>
              <a:rPr lang="en-US" dirty="0"/>
              <a:t>Designed layout using HTML</a:t>
            </a:r>
          </a:p>
          <a:p>
            <a:r>
              <a:rPr lang="en-US" dirty="0"/>
              <a:t>Added styling with CSS and product cards</a:t>
            </a:r>
          </a:p>
          <a:p>
            <a:r>
              <a:rPr lang="en-US" dirty="0"/>
              <a:t>Implemented JS functions (Add to Cart, update cart display, modal operations)</a:t>
            </a:r>
          </a:p>
          <a:p>
            <a:r>
              <a:rPr lang="en-US" dirty="0"/>
              <a:t>Tested responsiveness and user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57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8DA-203B-200D-097A-129C1D5D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0"/>
            <a:ext cx="9933039" cy="143018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WHO WILL BENIFICIES FORM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4ED10-AEAA-B4CC-22E0-84C4E056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👨‍💼 Business Owners</a:t>
            </a:r>
          </a:p>
          <a:p>
            <a:r>
              <a:rPr lang="en-US" dirty="0"/>
              <a:t>Can showcase footwear collections online</a:t>
            </a:r>
          </a:p>
          <a:p>
            <a:r>
              <a:rPr lang="en-US" dirty="0"/>
              <a:t>Start an online store without high development cost</a:t>
            </a:r>
          </a:p>
          <a:p>
            <a:r>
              <a:rPr lang="en-US" b="1" dirty="0"/>
              <a:t>🛍️ Customers</a:t>
            </a:r>
          </a:p>
          <a:p>
            <a:r>
              <a:rPr lang="en-US" dirty="0"/>
              <a:t>Easy browsing of men's, women’s, and kids’ shoes</a:t>
            </a:r>
          </a:p>
          <a:p>
            <a:r>
              <a:rPr lang="en-US" dirty="0"/>
              <a:t>Convenient shopping experience with cart system</a:t>
            </a:r>
          </a:p>
          <a:p>
            <a:r>
              <a:rPr lang="en-US" b="1" dirty="0"/>
              <a:t>👩‍💻 Students &amp; Developers</a:t>
            </a:r>
          </a:p>
          <a:p>
            <a:r>
              <a:rPr lang="en-US" dirty="0"/>
              <a:t>Gain experience in web development</a:t>
            </a:r>
          </a:p>
          <a:p>
            <a:r>
              <a:rPr lang="en-US" dirty="0"/>
              <a:t>Learn HTML/CSS/JS by building a real project</a:t>
            </a:r>
          </a:p>
          <a:p>
            <a:r>
              <a:rPr lang="en-US" b="1" dirty="0"/>
              <a:t>🙋‍♂️ Shop Owners</a:t>
            </a:r>
          </a:p>
          <a:p>
            <a:r>
              <a:rPr lang="en-US" dirty="0"/>
              <a:t>Expand beyond physical stores</a:t>
            </a:r>
          </a:p>
          <a:p>
            <a:r>
              <a:rPr lang="en-US" dirty="0"/>
              <a:t>Attract online customers &amp; increase sales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9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A671-ED94-5F97-6795-F242798A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6" y="203934"/>
            <a:ext cx="8610600" cy="1293028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Photo of Working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A7076-9232-63AB-E09E-343526DD9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57" y="2251196"/>
            <a:ext cx="5669759" cy="27005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C97B4-2376-FD03-978B-48A83FAD3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1196"/>
            <a:ext cx="5777669" cy="281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6055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</TotalTime>
  <Words>247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Vapor Trail</vt:lpstr>
      <vt:lpstr>INFO ABOUT AV SHOES POINT</vt:lpstr>
      <vt:lpstr>HOW THIS WEBSITE WAS CREATED       </vt:lpstr>
      <vt:lpstr>WHO WILL BENIFICIES FORM THIS PROJECT</vt:lpstr>
      <vt:lpstr>Photo of Working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Safvan Vohra</dc:creator>
  <cp:lastModifiedBy>Safvan Vohra</cp:lastModifiedBy>
  <cp:revision>3</cp:revision>
  <dcterms:created xsi:type="dcterms:W3CDTF">2025-11-25T03:51:37Z</dcterms:created>
  <dcterms:modified xsi:type="dcterms:W3CDTF">2025-11-25T04:03:19Z</dcterms:modified>
</cp:coreProperties>
</file>